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4" r:id="rId8"/>
    <p:sldId id="263" r:id="rId9"/>
    <p:sldId id="272" r:id="rId10"/>
    <p:sldId id="273" r:id="rId11"/>
    <p:sldId id="267" r:id="rId12"/>
    <p:sldId id="270" r:id="rId13"/>
    <p:sldId id="268" r:id="rId14"/>
    <p:sldId id="271" r:id="rId1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fejlesztésekor a legfőbb szempontunk az volt, hogy egy tőzsdei szoftver komplexitását érthetővé és átláthatóvá tegyük a kezdők számára is.</a:t>
            </a:r>
          </a:p>
          <a:p>
            <a:r>
              <a:rPr lang="hu-HU" dirty="0"/>
              <a:t>A technológiai alapokat a </a:t>
            </a:r>
            <a:r>
              <a:rPr lang="hu-HU" b="1" dirty="0"/>
              <a:t>HTML5, CSS3 és a JavaScript</a:t>
            </a:r>
            <a:r>
              <a:rPr lang="hu-HU" dirty="0"/>
              <a:t> szolgáltatják. Utóbbi teszi lehetővé, hogy a platformunk ne legyen statikus: a gyertya-diagramok dinamikusan rajzolódnak ki, és a felhasználó igénye szerint válthat az idősíkok között, legyen szó 1 perces vagy akár heti bontásról.</a:t>
            </a:r>
          </a:p>
          <a:p>
            <a:r>
              <a:rPr lang="hu-HU" dirty="0"/>
              <a:t>nagy hangsúlyt fektettünk az esztétikára. A bal oldali keresősáv segítségével a felhasználók gyorsan válthatnak a különböző részvények és </a:t>
            </a:r>
            <a:r>
              <a:rPr lang="hu-HU" dirty="0" err="1"/>
              <a:t>kriptovaluták</a:t>
            </a:r>
            <a:r>
              <a:rPr lang="hu-HU" dirty="0"/>
              <a:t> között. A tranzakciós felületen a vétel és eladás gombok azonnali vizuális visszajelzést adnak, a portfólió pedig valós időben mutatja az egyenleg változását.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7055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2026. 03. 06.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zsigo.robert.jozsef@diak.szbi-pg.hu" TargetMode="External"/><Relationship Id="rId2" Type="http://schemas.openxmlformats.org/officeDocument/2006/relationships/hyperlink" Target="mailto:Csaki.balazs@diak.szbi-pg.hu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8610599" y="6540500"/>
            <a:ext cx="3581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 Csáki Balázs, Zsígó Róbert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3F4C0FD4-3B12-4C7B-93C1-8791E1A10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AC3A42DB-A292-418F-8231-71CA72C37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5105D4B-44B0-451E-809C-1CEB5F1C5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C26AD46-D810-4E62-B180-77DB7AD1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hu-HU" dirty="0">
              <a:solidFill>
                <a:schemeClr val="bg1"/>
              </a:solidFill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4815600-7136-4366-9460-CECE80029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A5EACB98-C764-4344-9B66-DD9F9DCB6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Technológiai alapok: HTML5, CSS3, JavaScript.</a:t>
            </a:r>
          </a:p>
          <a:p>
            <a:r>
              <a:rPr lang="hu-HU" dirty="0">
                <a:solidFill>
                  <a:schemeClr val="bg1"/>
                </a:solidFill>
              </a:rPr>
              <a:t>Modern UI/UX:</a:t>
            </a:r>
          </a:p>
          <a:p>
            <a:pPr lvl="1"/>
            <a:r>
              <a:rPr lang="hu-HU" dirty="0">
                <a:solidFill>
                  <a:schemeClr val="bg1"/>
                </a:solidFill>
              </a:rPr>
              <a:t>Letisztult, reszponzív elrendezés.</a:t>
            </a:r>
          </a:p>
          <a:p>
            <a:r>
              <a:rPr lang="hu-HU" dirty="0">
                <a:solidFill>
                  <a:schemeClr val="bg1"/>
                </a:solidFill>
              </a:rPr>
              <a:t>Valós idejű visszajelzés: Dinamikus egyenlegfrissítés és portfólió-nézet.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AFDC6D2-89BA-48BB-8BE9-879C8E8C6C3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6C2839-7B5D-4F35-83B6-C16A77152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AA529289-132F-4046-B914-F24FDD6CAE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7785558-83B1-4A4B-BC4D-359BC1405AF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10A55AD-101D-4AD6-AA19-23B2AE460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9FE15EF2-FE62-4DEE-A7ED-C984CA7E9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 Belépés, regisztráció, vétel, tranzakciók, kijelentkezés, gombok és funkciói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22" y="4001294"/>
            <a:ext cx="1388394" cy="13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8B9E51B-6861-4D84-A5E1-61D7D419B5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9214" y="3948250"/>
            <a:ext cx="1589822" cy="1441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EFF17C2-5026-403D-A101-6AC9B36B7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Backend-Tesztelés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E8E98B-FF77-45AF-B726-8E6D315B4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8A924F7-ECFE-48E4-8CF6-A10FD1DD42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DDE1B41-B9D2-4AC3-8FC3-143E40A50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0625" y="834615"/>
            <a:ext cx="2067726" cy="1168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6464" y="793446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4831" y="2428805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B058BBB-A56C-4033-9558-393C6400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AFE987A-C355-4DD6-9E62-033024DC6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</a:rPr>
              <a:t>Éles számla integráció: Átlépés a demó környezetből a valós tőzsdére.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csaki.balazs@diak.szbi-pg.hu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zsigo.robert.jozsef@diak.szbi-pg.hu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1526</Words>
  <Application>Microsoft Office PowerPoint</Application>
  <PresentationFormat>Szélesvásznú</PresentationFormat>
  <Paragraphs>89</Paragraphs>
  <Slides>14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</vt:lpstr>
      <vt:lpstr>Célfelhasználók</vt:lpstr>
      <vt:lpstr>Használat</vt:lpstr>
      <vt:lpstr>Program</vt:lpstr>
      <vt:lpstr>Adatszerkezet és Adatbázis</vt:lpstr>
      <vt:lpstr>Frontend</vt:lpstr>
      <vt:lpstr>Backend</vt:lpstr>
      <vt:lpstr>Frontend-Tesztelés</vt:lpstr>
      <vt:lpstr>Backend-Tesztelés</vt:lpstr>
      <vt:lpstr>Csapatmunka</vt:lpstr>
      <vt:lpstr>Miért jobb a StockMaster?</vt:lpstr>
      <vt:lpstr>Jövőbeli fejlesztések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20</cp:revision>
  <dcterms:created xsi:type="dcterms:W3CDTF">2026-03-03T07:56:03Z</dcterms:created>
  <dcterms:modified xsi:type="dcterms:W3CDTF">2026-03-06T07:27:07Z</dcterms:modified>
</cp:coreProperties>
</file>