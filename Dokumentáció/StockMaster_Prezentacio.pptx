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72" r:id="rId8"/>
    <p:sldId id="273" r:id="rId9"/>
    <p:sldId id="267" r:id="rId10"/>
    <p:sldId id="270" r:id="rId11"/>
    <p:sldId id="268" r:id="rId12"/>
    <p:sldId id="271" r:id="rId13"/>
    <p:sldId id="274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9205" autoAdjust="0"/>
  </p:normalViewPr>
  <p:slideViewPr>
    <p:cSldViewPr snapToGrid="0">
      <p:cViewPr varScale="1">
        <p:scale>
          <a:sx n="101" d="100"/>
          <a:sy n="101" d="100"/>
        </p:scale>
        <p:origin x="4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9666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2026. 03. 24.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Csaki.balazs@diak.szbi-pg.h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zsigo.robert.jozsef@diak.szbi-pg.hu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hu/photos/k%c3%a9szlet-keresked%c3%a9s-monitor-%c3%bczleti-1863880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7175"/>
            <a:ext cx="9144000" cy="2062163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19338"/>
            <a:ext cx="9144000" cy="452437"/>
          </a:xfrm>
        </p:spPr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676900" y="2771775"/>
            <a:ext cx="1038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hu-HU" dirty="0">
              <a:solidFill>
                <a:schemeClr val="bg1"/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 Belépés, regisztráció, vétel, tranzakciók, kijelentkezés, gombok és funkciói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568" y="14866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5962" y="14866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Backend-Tesztelés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F626411F-FE9B-4941-AB11-D890EF195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 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BB05DED-A3C6-4A36-BE0E-04F2C7E3EA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960" y="3543036"/>
            <a:ext cx="4384040" cy="331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404" y="3635844"/>
            <a:ext cx="2067726" cy="1168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212" y="3597520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2181" y="3591368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BBEA73C-9919-4FA6-88CC-F864FB012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csaki.balazs@diak.szbi-pg.hu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zsigo.robert.jozsef@diak.szbi-pg.hu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492A8B7-213D-48A2-A400-215142688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18ED8F9-B759-4BCC-8D27-393FB748C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13B84-4F05-4D56-BCA0-02417EBAA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dirty="0">
                <a:solidFill>
                  <a:schemeClr val="bg1"/>
                </a:solidFill>
                <a:hlinkClick r:id="rId3"/>
              </a:rPr>
              <a:t>https://pixabay.com/hu/photos/k%c3%a9szlet-keresked%c3%a9s-monitor-%c3%bczleti-1863880/</a:t>
            </a:r>
            <a:endParaRPr lang="hu-HU" sz="1600" dirty="0">
              <a:solidFill>
                <a:schemeClr val="bg1"/>
              </a:solidFill>
            </a:endParaRPr>
          </a:p>
          <a:p>
            <a:endParaRPr lang="hu-HU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9060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1506</Words>
  <Application>Microsoft Office PowerPoint</Application>
  <PresentationFormat>Szélesvásznú</PresentationFormat>
  <Paragraphs>89</Paragraphs>
  <Slides>13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Adatszerkezet és Adatbázis</vt:lpstr>
      <vt:lpstr>Frontend-Tesztelés</vt:lpstr>
      <vt:lpstr>Backend-Tesztelés</vt:lpstr>
      <vt:lpstr>Csapatmunka</vt:lpstr>
      <vt:lpstr>Miért jobb a StockMaster?</vt:lpstr>
      <vt:lpstr>Jövőbeli fejlesztések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24</cp:revision>
  <dcterms:created xsi:type="dcterms:W3CDTF">2026-03-03T07:56:03Z</dcterms:created>
  <dcterms:modified xsi:type="dcterms:W3CDTF">2026-03-24T11:12:23Z</dcterms:modified>
</cp:coreProperties>
</file>