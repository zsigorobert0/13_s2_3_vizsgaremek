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4" r:id="rId8"/>
    <p:sldId id="263" r:id="rId9"/>
    <p:sldId id="272" r:id="rId10"/>
    <p:sldId id="273" r:id="rId11"/>
    <p:sldId id="267" r:id="rId12"/>
    <p:sldId id="270" r:id="rId13"/>
    <p:sldId id="268" r:id="rId14"/>
    <p:sldId id="271" r:id="rId1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zsigo.robert.jozsef@diak.szbi-pg.hu" TargetMode="External"/><Relationship Id="rId2" Type="http://schemas.openxmlformats.org/officeDocument/2006/relationships/hyperlink" Target="mailto:Csaki.balazs@diak.szbi-pg.hu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8610599" y="6540500"/>
            <a:ext cx="3581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 Csáki Balázs, Zsígó Róbert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hu-HU" dirty="0">
              <a:solidFill>
                <a:schemeClr val="bg1"/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A5EACB98-C764-4344-9B66-DD9F9DCB6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</a:rPr>
              <a:t>Valós idejű visszajelzés: Dinamikus egyenlegfrissítés és portfólió-nézet.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AFDC6D2-89BA-48BB-8BE9-879C8E8C6C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A529289-132F-4046-B914-F24FDD6CAE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7785558-83B1-4A4B-BC4D-359BC1405AF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 Belépés, regisztráció, vétel, tranzakciók, kijelentkezés, gombok és funkciói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22" y="40012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216" y="4030143"/>
            <a:ext cx="1648326" cy="149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0625" y="834615"/>
            <a:ext cx="2067726" cy="1168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6464" y="793446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831" y="2428805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csaki.balazs@diak.szbi-pg.hu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zsigo.robert.jozsef@diak.szbi-pg.hu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Microsoft Office PowerPoint</Application>
  <PresentationFormat>Szélesvásznú</PresentationFormat>
  <Paragraphs>89</Paragraphs>
  <Slides>14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Adatszerkezet és Adatbázis</vt:lpstr>
      <vt:lpstr>Frontend</vt:lpstr>
      <vt:lpstr>Backend</vt:lpstr>
      <vt:lpstr>Frontend-Tesztelés</vt:lpstr>
      <vt:lpstr>Backend-Tesztelés</vt:lpstr>
      <vt:lpstr>Csapatmunka</vt:lpstr>
      <vt:lpstr>Miért jobb a StockMaster?</vt:lpstr>
      <vt:lpstr>Jövőbeli fejlesztések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19</cp:revision>
  <dcterms:created xsi:type="dcterms:W3CDTF">2026-03-03T07:56:03Z</dcterms:created>
  <dcterms:modified xsi:type="dcterms:W3CDTF">2026-03-04T12:20:09Z</dcterms:modified>
</cp:coreProperties>
</file>