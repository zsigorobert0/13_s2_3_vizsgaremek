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9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71" r:id="rId15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B7823A-862C-422A-A575-936A9871EC5A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8BB5B3-9749-486C-A43B-73D16959CA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74368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StockMaster nem csak egy szoftver, hanem egy híd a kezdő és a profi kereskedő között. Segít megérteni az árfolyammozgásokat és a piaci stratégiákat anélkül, hogy a felhasználó rögtön a saját pénzét kockáztatná.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423891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adatbázisunk normalizált és hierarchikus. A </a:t>
            </a:r>
            <a:r>
              <a:rPr lang="hu-HU" dirty="0" err="1"/>
              <a:t>Users</a:t>
            </a:r>
            <a:r>
              <a:rPr lang="hu-HU" dirty="0"/>
              <a:t> tábla az alap, ehhez kapcsolódnak a beállítások, a statisztikák és a kereskedési pozíciók. Az </a:t>
            </a:r>
            <a:r>
              <a:rPr lang="hu-HU" dirty="0" err="1"/>
              <a:t>Assets</a:t>
            </a:r>
            <a:r>
              <a:rPr lang="hu-HU" dirty="0"/>
              <a:t> tábla pedig egyfajta katalógusként működik a rendszerben elérhető eszközökhöz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388367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projektet szigorúan teszteltük. A kritikus funkciók, mint a regisztráció és a vétel, hibamentesen működnek. A tesztelés során találtunk kisebb vizuális hibákat az eladás funkciónál, amiket dokumentáltunk és javítottunk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282650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Miben más, mint a többi? Míg sok platform csak a kereskedést adja, mi az oktatást és a statisztikai elemzést is integráltuk, így a felhasználó tényleg tanul a hibáiból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37839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FCC7FB5-9B98-45E2-B3F4-9C2436A63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81CBA97-D8FE-4283-9B00-B30259A1B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820009E-A8E3-4E74-BD5F-C3FD291F8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F947243-A9A4-4036-85AA-C3B97D474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29660C9-E1E4-48C5-B616-C0215FF27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76443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844E742-B688-46FB-A0AD-94B97F281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3F64846-2310-49F3-B4D6-C5799C83A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4EAEB7D-4764-42D7-9A05-E6073151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49CF564-2B3B-4A5B-B091-F019AEDFB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79E1A4D-FD89-4633-878B-53A236BDA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67848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A2F86C-E4A5-4BD6-A405-38114A0F0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46CD97CA-734F-4C64-886D-6AC87FAEE5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845653B-F4DB-4CC1-AC8D-21A9B11C0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93F2C42-4732-488B-BECB-BE80272CB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7412473-AE36-4FFF-B2ED-5798D7A5D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9424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3C189AC-4506-4E49-AB36-94D5EEB99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ABAAFA5-4C01-4741-A182-A904CE91A8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88C96DAC-ACEE-43E3-8567-05A0C5427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A925622-DDFE-4439-9A45-2347FE4C1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9D509D1-D2C9-4FF0-B302-38D1DDF1C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95B37C3-03DB-4096-940C-0FB71B4A9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20301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CEE4623-390B-45B6-8D6E-AA71272B0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D8EC7E5-A432-4744-B8A4-17A140AFDB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712B930-6EC3-44E1-8737-4CD8B0E8CC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21F16472-0893-4783-BAB3-98DAAA7FE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F8D7A166-6B95-465F-B7FA-87A8B2AB35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76308036-43A3-4E41-8B6E-5E9627C84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CF0E76BE-E3D9-4C5F-8D4E-42CB68444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9D44421E-FD7A-4E7D-B5A0-13F90DD8D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6676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407361-AE63-4641-B59D-022F7C9D5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1B0055E-064F-4B5F-BCD9-99F8348CF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5276A903-0A74-4B28-AD74-4EF3BD5B0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183ABC5-EAE3-4540-9BBF-9069F0C3F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0950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D434491F-937A-4687-A716-0C657F268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946324E-3500-4A7B-AA3D-5B0799BB6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A8CFDE7D-E5EB-48F3-9676-22EF0F968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78866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EA8DD00-95F9-4F17-938D-81D23C1B2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5F52B8-37EA-4C4A-9489-B9FDC1DE5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4DB2C4B-74DA-4681-90E2-E0E7726AEA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818CE8A-847B-4C41-9FE2-8E5A98BF9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40C2240-C39C-436C-9D67-9BDCBF280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4F97318-A2A3-4BDE-B2BD-D6FD2147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85680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A252304-B890-48E3-AFFA-2804BE8AA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6E35608-1CC1-4C1E-9D84-AB180B08E4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6C8A424-9CC6-4153-8952-3CDFE8AC98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490A039-91F6-4F02-B5C3-B78756BDF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3BF87A3-ABFC-4A51-9C82-21346F9A6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7DB2862-FAC7-44B7-B4C6-35109A254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45151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CE8D9C3-DA74-4C29-982E-4E5F1E31F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ABE05694-6837-4E84-B632-308E4F74B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91556FE-19A4-46FE-AA82-0E7EBBA7C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2079FF9-F2C4-41AD-9C6B-8F7688CA7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81640EC-2340-4D9D-871C-AC72CECBE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7812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AAB6ECE-79A0-418D-BED2-61F767B08F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492EEF84-5A62-4707-A6DD-57AC4BC330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C4B63DB-7EEB-4C0E-AC3D-E11382DA6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6150092-21C9-410B-8584-B1589D193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EE0207E-0821-4C04-81F3-4F136FEEA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23579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ECF9351C-ED99-4EB9-9830-65D578007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B3B83A7-EF3B-4459-9A62-857BBAC897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2A69A3A-8414-4DC1-81D7-E9B3C85013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F9038-47AD-43A3-BBBF-D66692911134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B1F0A18-4E21-4A7A-8798-4CBAC7275C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525174E-4236-4533-BE35-7B646A803A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4774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mailto:zsigo.robert.jozsef@diak.szbi-pg.hu" TargetMode="External"/><Relationship Id="rId2" Type="http://schemas.openxmlformats.org/officeDocument/2006/relationships/hyperlink" Target="mailto:Csaki.balazs@diak.szbi-pg.hu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D6207E5-11B7-4945-B609-B13E108D10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StockMaster-Tőzsdei platform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F0E1C9D-553A-4DE5-BE9E-1183B969454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b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Invest</a:t>
            </a:r>
            <a:r>
              <a:rPr lang="hu-HU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hu-HU" b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Skill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370C7246-B265-4061-9F5E-660995C7983B}"/>
              </a:ext>
            </a:extLst>
          </p:cNvPr>
          <p:cNvSpPr txBox="1"/>
          <p:nvPr/>
        </p:nvSpPr>
        <p:spPr>
          <a:xfrm>
            <a:off x="8630653" y="6488668"/>
            <a:ext cx="3561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i="1" dirty="0"/>
              <a:t>Készítők: Csáki Balázs, Zsígó Róbert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E88540F3-5274-480C-9B54-F32B364662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1732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DB3A2EC-3FF1-45FD-9E7F-AD4C29C19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Projektleírás-Mi az a StockMaster?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7C6D83-3EED-46B1-B268-15692DF841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hu-HU" b="0" i="0" dirty="0">
                <a:solidFill>
                  <a:srgbClr val="1F1F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Felhasználóbarát oktató alkalmazás kezdőknek. </a:t>
            </a:r>
          </a:p>
          <a:p>
            <a:pPr algn="l"/>
            <a:r>
              <a:rPr lang="hu-HU" b="0" i="0" dirty="0">
                <a:solidFill>
                  <a:srgbClr val="1F1F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Interaktív tanulási környezet: elmélet és gyakorlat együtt.</a:t>
            </a:r>
          </a:p>
          <a:p>
            <a:pPr algn="l"/>
            <a:r>
              <a:rPr lang="hu-HU" b="0" i="0" dirty="0">
                <a:solidFill>
                  <a:srgbClr val="1F1F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Egy kockázatmentes „</a:t>
            </a:r>
            <a:r>
              <a:rPr lang="hu-HU" b="0" i="0" dirty="0" err="1">
                <a:solidFill>
                  <a:srgbClr val="1F1F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  <a:r>
              <a:rPr lang="hu-HU" b="0" i="0" dirty="0">
                <a:solidFill>
                  <a:srgbClr val="1F1F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” környezet, ahol elméleti tudás (</a:t>
            </a:r>
            <a:r>
              <a:rPr lang="hu-HU" b="0" i="0" dirty="0" err="1">
                <a:solidFill>
                  <a:srgbClr val="1F1F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tutorialok</a:t>
            </a:r>
            <a:r>
              <a:rPr lang="hu-HU" b="0" i="0" dirty="0">
                <a:solidFill>
                  <a:srgbClr val="1F1F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és gyakorlati szimuláció találkozik. </a:t>
            </a:r>
          </a:p>
          <a:p>
            <a:endParaRPr lang="hu-HU" dirty="0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9D706776-77F4-47F3-84BC-F5E36CEFA9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789176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625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0CC253A-6FB0-432F-8A80-F7D10E0D4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Célfelhasználók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D5B99B1-1770-4900-B64F-C7300B2AF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hu-HU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Virtuális környezetben k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hu-HU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ckázatmentesen gyakorolni akaró kezdők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0A0F055-EBB1-411D-B216-53E39C9117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496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8261EA8-6DD7-4200-B757-C3D623FF8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Használat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AAFD0D0-46A9-4205-B30F-11CD74A40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hu-HU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 után </a:t>
            </a:r>
            <a:r>
              <a:rPr lang="hu-HU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  <a:r>
              <a:rPr lang="hu-HU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számla aktiválása HA van fiók már akkor bejelentkezés</a:t>
            </a:r>
          </a:p>
          <a:p>
            <a:pPr algn="l"/>
            <a:r>
              <a:rPr lang="hu-HU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Kereskedési ablak:</a:t>
            </a: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089A5551-DA22-46DD-AD4F-84FF70D369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502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D78A363-20F9-4484-BBF9-214B2558D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Rendszer áttekintés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7128688-7208-469E-B64E-4ECF1A6E3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Swagger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HTML5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CSS3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</a:p>
          <a:p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endParaRPr lang="hu-HU" dirty="0"/>
          </a:p>
          <a:p>
            <a:pPr lvl="1">
              <a:buFont typeface="Courier New" panose="02070309020205020404" pitchFamily="49" charset="0"/>
              <a:buChar char="o"/>
            </a:pP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0C93CE88-8FC6-4EF8-A497-0C8D4AE41F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565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1B49CDF-7F46-448E-BC2A-42B5B8282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Adatszerkezet és 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55D6986-5082-4874-85AB-732D6A2E2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hu-HU" b="0" i="0" dirty="0">
                <a:solidFill>
                  <a:srgbClr val="1F1F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Felhasználói adatok: </a:t>
            </a:r>
            <a:r>
              <a:rPr lang="hu-HU" b="0" i="0" dirty="0" err="1">
                <a:solidFill>
                  <a:srgbClr val="1F1F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Users</a:t>
            </a:r>
            <a:r>
              <a:rPr lang="hu-HU" b="0" i="0" dirty="0">
                <a:solidFill>
                  <a:srgbClr val="1F1F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b="0" i="0" dirty="0" err="1">
                <a:solidFill>
                  <a:srgbClr val="1F1F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Settings</a:t>
            </a:r>
            <a:r>
              <a:rPr lang="hu-HU" b="0" i="0" dirty="0">
                <a:solidFill>
                  <a:srgbClr val="1F1F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b="0" i="0" dirty="0" err="1">
                <a:solidFill>
                  <a:srgbClr val="1F1F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Stats</a:t>
            </a:r>
            <a:r>
              <a:rPr lang="hu-HU" b="0" i="0" dirty="0">
                <a:solidFill>
                  <a:srgbClr val="1F1F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algn="l"/>
            <a:r>
              <a:rPr lang="hu-HU" b="0" i="0" dirty="0">
                <a:solidFill>
                  <a:srgbClr val="1F1F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Piaci adatok: </a:t>
            </a:r>
            <a:r>
              <a:rPr lang="hu-HU" b="0" i="0" dirty="0" err="1">
                <a:solidFill>
                  <a:srgbClr val="1F1F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Assets</a:t>
            </a:r>
            <a:r>
              <a:rPr lang="hu-HU" b="0" i="0" dirty="0">
                <a:solidFill>
                  <a:srgbClr val="1F1F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(részvények), PriceData (történeti árak). </a:t>
            </a:r>
          </a:p>
          <a:p>
            <a:pPr algn="l"/>
            <a:r>
              <a:rPr lang="hu-HU" b="0" i="0" dirty="0">
                <a:solidFill>
                  <a:srgbClr val="1F1F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Tranzakciók: </a:t>
            </a:r>
            <a:r>
              <a:rPr lang="hu-HU" b="0" i="0" dirty="0" err="1">
                <a:solidFill>
                  <a:srgbClr val="1F1F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Positions</a:t>
            </a:r>
            <a:r>
              <a:rPr lang="hu-HU" b="0" i="0" dirty="0">
                <a:solidFill>
                  <a:srgbClr val="1F1F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(nyitott/zárt pozíciók), </a:t>
            </a:r>
            <a:r>
              <a:rPr lang="hu-HU" b="0" i="0" dirty="0" err="1">
                <a:solidFill>
                  <a:srgbClr val="1F1F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TransactionsLog</a:t>
            </a:r>
            <a:r>
              <a:rPr lang="hu-HU" b="0" i="0" dirty="0">
                <a:solidFill>
                  <a:srgbClr val="1F1F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algn="l"/>
            <a:r>
              <a:rPr lang="hu-HU" b="0" i="0" dirty="0">
                <a:solidFill>
                  <a:srgbClr val="1F1F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Normalizált adatbázis</a:t>
            </a:r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878BF87-6953-4138-B50E-541A798B6B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216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ím 3">
            <a:extLst>
              <a:ext uri="{FF2B5EF4-FFF2-40B4-BE49-F238E27FC236}">
                <a16:creationId xmlns:a16="http://schemas.microsoft.com/office/drawing/2014/main" id="{EDDBBB32-03CC-4D3E-81C0-9D4F92305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</p:txBody>
      </p:sp>
      <p:sp>
        <p:nvSpPr>
          <p:cNvPr id="5" name="Tartalom helye 4">
            <a:extLst>
              <a:ext uri="{FF2B5EF4-FFF2-40B4-BE49-F238E27FC236}">
                <a16:creationId xmlns:a16="http://schemas.microsoft.com/office/drawing/2014/main" id="{C596495D-736B-46DF-9256-99B5FE7DCE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E7785558-83B1-4A4B-BC4D-359BC1405AF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710A55AD-101D-4AD6-AA19-23B2AE4604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6538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C670AF5-A981-4FCD-B368-58B8B465D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35CACE6-CDD9-4751-989A-19AC98EE05C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AFDC6D2-89BA-48BB-8BE9-879C8E8C6C3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376C2839-7B5D-4F35-83B6-C16A771524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94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7B51EC9-EB86-4951-A671-CC73DF66F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86D785C-34A0-42E8-98F0-32F64DFFECC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C45ABEE-EEB4-4C58-AC78-4E5F8691FC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8E5C7D0-A4C1-4D45-A993-5859B2D5E3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843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B804AD7-8A29-4C31-8186-94B015A9C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Tesztelés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C67E5E1-6A7A-4D54-9DE9-D84724A433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38E9024D-4CE7-45A4-8F63-08CC77B8927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Sikeres tesztek: Belépés, regisztráció, vétel, tranzakciók, kijelentkezés, gombok és funkciói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Magas prioritású tesztesetek a biztonságos működésért</a:t>
            </a:r>
          </a:p>
        </p:txBody>
      </p:sp>
      <p:sp>
        <p:nvSpPr>
          <p:cNvPr id="7" name="Szöveg helye 6">
            <a:extLst>
              <a:ext uri="{FF2B5EF4-FFF2-40B4-BE49-F238E27FC236}">
                <a16:creationId xmlns:a16="http://schemas.microsoft.com/office/drawing/2014/main" id="{B25BEAC3-596F-4E60-AFDF-D56CFB2B97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</p:txBody>
      </p:sp>
      <p:sp>
        <p:nvSpPr>
          <p:cNvPr id="8" name="Tartalom helye 7">
            <a:extLst>
              <a:ext uri="{FF2B5EF4-FFF2-40B4-BE49-F238E27FC236}">
                <a16:creationId xmlns:a16="http://schemas.microsoft.com/office/drawing/2014/main" id="{38037BE3-46AA-4EF1-BD85-FD98AC8F829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28FB0CE1-43B3-43A2-93BC-DB71D3488F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94553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ím 6">
            <a:extLst>
              <a:ext uri="{FF2B5EF4-FFF2-40B4-BE49-F238E27FC236}">
                <a16:creationId xmlns:a16="http://schemas.microsoft.com/office/drawing/2014/main" id="{6D732CAD-ACD9-4D47-B378-2E1BECA11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Csapatmunka</a:t>
            </a:r>
          </a:p>
        </p:txBody>
      </p:sp>
      <p:sp>
        <p:nvSpPr>
          <p:cNvPr id="8" name="Tartalom helye 7">
            <a:extLst>
              <a:ext uri="{FF2B5EF4-FFF2-40B4-BE49-F238E27FC236}">
                <a16:creationId xmlns:a16="http://schemas.microsoft.com/office/drawing/2014/main" id="{6016BF16-FC6A-4835-B6F2-1A13A2884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 Drive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Messenger</a:t>
            </a:r>
          </a:p>
          <a:p>
            <a:endParaRPr lang="hu-HU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95A3F57A-2CEB-49D2-B2EE-C3A9F97981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961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927A1CC-B626-4FD7-B5EA-AC6C07E39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Miért jobb a StockMaster?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63D8CE-BC1C-4416-BCBB-04C7AEC9E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Összetett oktatás: Nem csak grafikon, hanem tananyag is. 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Realista szimuláció: Margin és pozíciótípusok kezelése.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Fejlődés: A statisztikai modul megmutatja a gyenge pontokat.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680CDE4-862F-43C6-A965-07B8F9DE13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350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4440782-A7ED-4345-8A29-4337A7F82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Jövőbeli fejlesztések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550714E-464D-4685-89EA-4ECECDF35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B75176DE-3290-4929-8BF7-9731DD2A0A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55788BB5-00AE-4CF1-AA6D-780E72F188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338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B80A2A-44D2-480A-921D-4894D1258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289258B-52B6-4102-BAB4-745EA1B40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Elérhetőségek:</a:t>
            </a: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csaki.balazs@diak.szbi-pg.hu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zsigo.robert.jozsef@diak.szbi-pg.hu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26CA1FF-3365-4CE9-9188-E313CA627D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2299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356</Words>
  <Application>Microsoft Office PowerPoint</Application>
  <PresentationFormat>Szélesvásznú</PresentationFormat>
  <Paragraphs>56</Paragraphs>
  <Slides>14</Slides>
  <Notes>4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Courier New</vt:lpstr>
      <vt:lpstr>Times New Roman</vt:lpstr>
      <vt:lpstr>Office-téma</vt:lpstr>
      <vt:lpstr>StockMaster-Tőzsdei platform</vt:lpstr>
      <vt:lpstr>Projektleírás-Mi az a StockMaster?</vt:lpstr>
      <vt:lpstr>Célfelhasználók</vt:lpstr>
      <vt:lpstr>Használat</vt:lpstr>
      <vt:lpstr>Rendszer áttekintés</vt:lpstr>
      <vt:lpstr>Adatszerkezet és Adatbázis</vt:lpstr>
      <vt:lpstr>Backend</vt:lpstr>
      <vt:lpstr>Frontend</vt:lpstr>
      <vt:lpstr>Database</vt:lpstr>
      <vt:lpstr>Tesztelés</vt:lpstr>
      <vt:lpstr>Csapatmunka</vt:lpstr>
      <vt:lpstr>Miért jobb a StockMaster?</vt:lpstr>
      <vt:lpstr>Jövőbeli fejlesztések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StockMaster-Tőzsdei platform</dc:title>
  <dc:creator>Zsígó Róbert</dc:creator>
  <cp:lastModifiedBy>Zsígó Róbert</cp:lastModifiedBy>
  <cp:revision>7</cp:revision>
  <dcterms:created xsi:type="dcterms:W3CDTF">2026-03-03T07:56:03Z</dcterms:created>
  <dcterms:modified xsi:type="dcterms:W3CDTF">2026-03-03T09:01:45Z</dcterms:modified>
</cp:coreProperties>
</file>